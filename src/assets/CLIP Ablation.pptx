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61" r:id="rId5"/>
    <p:sldId id="259" r:id="rId6"/>
    <p:sldId id="258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67"/>
    <p:restoredTop sz="94710"/>
  </p:normalViewPr>
  <p:slideViewPr>
    <p:cSldViewPr snapToGrid="0">
      <p:cViewPr>
        <p:scale>
          <a:sx n="77" d="100"/>
          <a:sy n="77" d="100"/>
        </p:scale>
        <p:origin x="3104" y="1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A10D-69EC-D17B-2A74-CAD13F3BE8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46C95F-493F-9A51-3B84-3626501C4E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B8EAC-0F0D-F767-63A1-1322F6908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4C9AF-66C0-0441-A29B-48D6084436EB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70639-797D-28E8-C600-9C221F0FD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15274-D2BA-F67E-BB91-C3CFD155D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221B-9DDC-3B4F-9CC2-048F33897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677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2F9C8-021D-2370-DDC1-3D026EA51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B5D13-20DF-E7E8-B38D-D4182E80C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4D8E5-4121-D22A-950E-197975F16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4C9AF-66C0-0441-A29B-48D6084436EB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E5DEB-A372-92FD-A288-90FB8AA48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C9051-5C08-3C04-EEEF-4A12F3399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221B-9DDC-3B4F-9CC2-048F33897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234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EA48D-7354-A82C-C536-4649CA2C6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74979-D600-08D0-349C-31927EEFE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00F59-F9F5-EBF3-9818-E930BDA54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4C9AF-66C0-0441-A29B-48D6084436EB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100EF-1DE5-34D3-93FF-48611DCCB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AFF94-A17C-EB23-45B9-5D17BF58D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221B-9DDC-3B4F-9CC2-048F33897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96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158CB-B5E4-F7B4-E738-E4886046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8CDAE-1515-31FC-92F5-44D39987C7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68DFC1-800B-CC4D-0E45-572D71A75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9A512-3BE5-25B2-4B2B-EC03B09C6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4C9AF-66C0-0441-A29B-48D6084436EB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3CDEC-55BD-5E89-84DB-5696DEA0E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81C51-8A31-A083-3B6C-A79973014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221B-9DDC-3B4F-9CC2-048F33897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26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1BD6A-4D64-0BBC-3E05-8D5EF86E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3AEBA-8A39-2B1B-CA7E-59CC38509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2D2C6-41CC-BD85-EE66-F401ACE02F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B9CA91-B5AF-967D-15DF-C1D0D736F3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05C287-0636-F48A-ECDC-2C4489A34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3073F2-B133-04CC-573E-DC461D059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4C9AF-66C0-0441-A29B-48D6084436EB}" type="datetimeFigureOut">
              <a:rPr lang="en-US" smtClean="0"/>
              <a:t>8/26/25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CFC2C3-260A-AE94-C06D-D40B41253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581027-359E-0140-EBC6-CEB729517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221B-9DDC-3B4F-9CC2-048F33897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392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089E2-9176-D1E4-5D53-88AFD8A1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E02AB6-304F-76FA-2FA6-E5289E9E6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4C9AF-66C0-0441-A29B-48D6084436EB}" type="datetimeFigureOut">
              <a:rPr lang="en-US" smtClean="0"/>
              <a:t>8/26/25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17C439-C5C5-7795-63BB-B5F98AC78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3044EA-CCE6-425D-CBD5-19E91708C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221B-9DDC-3B4F-9CC2-048F33897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99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40B232-A839-28A0-95B7-F0F0AB75D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4C9AF-66C0-0441-A29B-48D6084436EB}" type="datetimeFigureOut">
              <a:rPr lang="en-US" smtClean="0"/>
              <a:t>8/26/25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7AEA5B-514F-AE73-B8DB-84BC3A69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476DC-CB76-E8AE-3376-763361CBC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221B-9DDC-3B4F-9CC2-048F33897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20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32B5C-F475-E3D6-A7E8-527275747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7CE7F-1F86-8530-3A32-0D0F778D8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2CECAC-9A20-A873-C81E-55C0DC228D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92D61-E012-FCEE-4403-DAB24DED8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4C9AF-66C0-0441-A29B-48D6084436EB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2F507-AA53-1CED-4BD3-8DDDF6A80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3C684-BBA5-011D-2245-E7F7BFA29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221B-9DDC-3B4F-9CC2-048F33897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511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6FFC5-1FCA-6751-0BE0-58CD98E3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65CB26-ED59-1501-8C04-E0AC34EE19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FD5C8-CCE5-D699-EEE6-F97B3BAA66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89D912-4812-2168-0C87-E63F6C4CE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4C9AF-66C0-0441-A29B-48D6084436EB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44DB8-8147-18D1-4826-455C9364E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945E1-AAD1-4ADB-051D-AC419F7FE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221B-9DDC-3B4F-9CC2-048F33897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492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6D32C-C484-5E0A-8387-E8F67F85B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92B50-F280-171B-52BC-330F45929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EFF77-93D3-F059-0DC9-94003A215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4C9AF-66C0-0441-A29B-48D6084436EB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FED98-C042-50CF-F741-30D5BBAD9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3FE4B-9868-B711-3B5F-A1F4B064A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221B-9DDC-3B4F-9CC2-048F33897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011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1E1A53-ED13-B975-334C-49CE8B5223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A828B3-3A4D-3A9D-AF10-54A5C6B586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2885F-15C2-A017-35DC-1CF5EB3FD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4C9AF-66C0-0441-A29B-48D6084436EB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7E2C0-9DAB-47F9-64A2-9005E0CEE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E73D-B443-5A71-AA1E-6E2BFDB0B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2221B-9DDC-3B4F-9CC2-048F33897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336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ADB4EF-216A-9A11-380D-4F40A43F5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F3437-9D1A-4C21-343B-8C2D062B2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1090D-8760-BFAC-B6B1-479EF94248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D4C9AF-66C0-0441-A29B-48D6084436EB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DB919-66C3-46D7-D7A7-B95512CF77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F20FF-C0AA-751F-1958-39AB85879A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52221B-9DDC-3B4F-9CC2-048F33897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616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212.07143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9AE2A-507D-6C20-45AC-0FECDCB4BB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D61CF4-C1D5-CEF0-2AB6-C5C3071AB5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260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F2B72-7D76-03F2-BE87-D8E37CB97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31" y="19950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E7336-8C2A-55AB-B0CA-436956692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931" y="1160607"/>
            <a:ext cx="10515600" cy="530669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Data</a:t>
            </a:r>
          </a:p>
          <a:p>
            <a:r>
              <a:rPr lang="en-US" dirty="0"/>
              <a:t>Does reducing text richness/length decrease downstream image (and overall) performance? Plot: perf vs data richness curve</a:t>
            </a:r>
          </a:p>
          <a:p>
            <a:r>
              <a:rPr lang="en-US" dirty="0"/>
              <a:t>Does reducing image richness/resolution decrease downstream text performance? Plot: perf vs data richness curve</a:t>
            </a:r>
          </a:p>
          <a:p>
            <a:r>
              <a:rPr lang="en-US" dirty="0"/>
              <a:t>Is richness in one modality more important than the other?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Architecture</a:t>
            </a:r>
          </a:p>
          <a:p>
            <a:r>
              <a:rPr lang="en-US" dirty="0"/>
              <a:t>For baseline data richness, does shrinking text encoder impact image representation (and overall) quality?</a:t>
            </a:r>
          </a:p>
          <a:p>
            <a:r>
              <a:rPr lang="en-US" dirty="0"/>
              <a:t>For baseline data richness, does shrinking image encoder impact text representation (and overall) quality?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675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A3C5B-607E-F1D3-D196-D062783A2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Relevant papers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42E95-83B1-6AC7-D005-1FFC4C279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Reproducible scaling laws for contrastive language-image learning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485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BD2EE-21F8-08B0-D3F1-07E4AAE03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3C7A5-BDCE-70D5-437C-AC5372349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31" y="19950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06662-C64E-ED4D-9662-A545ECF68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931" y="1160607"/>
            <a:ext cx="10515600" cy="530669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Datasets:</a:t>
            </a:r>
            <a:r>
              <a:rPr lang="en-US" dirty="0"/>
              <a:t> ImageNet, common 15 datasets (e.g., CIFAR, STL, Food)</a:t>
            </a:r>
          </a:p>
          <a:p>
            <a:pPr marL="0" indent="0">
              <a:buNone/>
            </a:pPr>
            <a:r>
              <a:rPr lang="en-US" dirty="0"/>
              <a:t>Test on coarse grain and fine grained tasks</a:t>
            </a:r>
          </a:p>
          <a:p>
            <a:pPr marL="0" indent="0">
              <a:buNone/>
            </a:pPr>
            <a:r>
              <a:rPr lang="en-US" dirty="0"/>
              <a:t>* For fine grain a medical dataset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Tasks</a:t>
            </a:r>
          </a:p>
          <a:p>
            <a:r>
              <a:rPr lang="en-US" dirty="0"/>
              <a:t>Image classification linear probe (vision)</a:t>
            </a:r>
          </a:p>
          <a:p>
            <a:r>
              <a:rPr lang="en-US" dirty="0"/>
              <a:t>Few Shot (vision)</a:t>
            </a:r>
            <a:endParaRPr lang="en-US" b="1" dirty="0"/>
          </a:p>
          <a:p>
            <a:r>
              <a:rPr lang="en-US" dirty="0"/>
              <a:t>Zero-shot (language-grounded vision)</a:t>
            </a:r>
          </a:p>
          <a:p>
            <a:r>
              <a:rPr lang="en-US" dirty="0"/>
              <a:t>Image-to-text retrieval (multimodal)</a:t>
            </a:r>
          </a:p>
          <a:p>
            <a:r>
              <a:rPr lang="en-US" dirty="0"/>
              <a:t>Text-to-image retrieval (multimodal)</a:t>
            </a:r>
          </a:p>
          <a:p>
            <a:r>
              <a:rPr lang="en-US" dirty="0"/>
              <a:t>Text classification linear probe (language)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855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19AEA-1A6C-82D6-3773-C76190548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629" y="166255"/>
            <a:ext cx="11204171" cy="1524434"/>
          </a:xfrm>
        </p:spPr>
        <p:txBody>
          <a:bodyPr/>
          <a:lstStyle/>
          <a:p>
            <a:r>
              <a:rPr lang="en-US" dirty="0"/>
              <a:t>Experiments per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14DA6-F1FB-7D2C-C3E1-7B3A75283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007" y="1690689"/>
            <a:ext cx="11405062" cy="461035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Baseline: original data, </a:t>
            </a:r>
          </a:p>
          <a:p>
            <a:r>
              <a:rPr lang="en-US" dirty="0"/>
              <a:t>Weak text encoder</a:t>
            </a:r>
          </a:p>
          <a:p>
            <a:endParaRPr lang="en-US" dirty="0"/>
          </a:p>
          <a:p>
            <a:r>
              <a:rPr lang="en-US" dirty="0"/>
              <a:t>Different optimizers for text and image?</a:t>
            </a:r>
          </a:p>
        </p:txBody>
      </p:sp>
    </p:spTree>
    <p:extLst>
      <p:ext uri="{BB962C8B-B14F-4D97-AF65-F5344CB8AC3E}">
        <p14:creationId xmlns:p14="http://schemas.microsoft.com/office/powerpoint/2010/main" val="726019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D5B3-D842-DB4C-79DA-85E6D2BC3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226B3-A6F3-31DF-AE2C-B2EF254D2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Flickr30K: 31K images, 5 captions each.</a:t>
            </a:r>
          </a:p>
          <a:p>
            <a:r>
              <a:rPr lang="en-US" dirty="0"/>
              <a:t>MS-COCO: 123K images, 5 captions each.</a:t>
            </a:r>
          </a:p>
          <a:p>
            <a:r>
              <a:rPr lang="en-US" dirty="0"/>
              <a:t>CC3M: 3M noisy pairs.</a:t>
            </a:r>
          </a:p>
          <a:p>
            <a:r>
              <a:rPr lang="en-US" dirty="0"/>
              <a:t>CC12M: 12M noisy pairs.</a:t>
            </a:r>
          </a:p>
          <a:p>
            <a:r>
              <a:rPr lang="en-US" dirty="0"/>
              <a:t>LAION80M: web-scale, 400M noisy pairs </a:t>
            </a:r>
          </a:p>
          <a:p>
            <a:r>
              <a:rPr lang="en-US" dirty="0"/>
              <a:t>LAION400M: web-scale, 400M noisy pairs </a:t>
            </a:r>
          </a:p>
        </p:txBody>
      </p:sp>
    </p:spTree>
    <p:extLst>
      <p:ext uri="{BB962C8B-B14F-4D97-AF65-F5344CB8AC3E}">
        <p14:creationId xmlns:p14="http://schemas.microsoft.com/office/powerpoint/2010/main" val="3301350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B3499-78F5-6804-94BE-F57322865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0E921-57F9-3113-2A09-271A5423A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# PRETRAINING</a:t>
            </a:r>
          </a:p>
          <a:p>
            <a:r>
              <a:rPr lang="en-US" dirty="0"/>
              <a:t>- find a open source CLIP pretraining GitHub reproducing good perf</a:t>
            </a:r>
          </a:p>
          <a:p>
            <a:r>
              <a:rPr lang="en-US" dirty="0"/>
              <a:t>  - add COCO pretraining</a:t>
            </a:r>
            <a:br>
              <a:rPr lang="en-US" dirty="0"/>
            </a:br>
            <a:endParaRPr lang="en-US" dirty="0"/>
          </a:p>
          <a:p>
            <a:r>
              <a:rPr lang="en-US" dirty="0"/>
              <a:t>- find any paper that shows the important of individual modalities in terms of CLIP perf</a:t>
            </a:r>
          </a:p>
          <a:p>
            <a:r>
              <a:rPr lang="en-US" dirty="0"/>
              <a:t>- create a grid of variation in terms of pretraining</a:t>
            </a:r>
          </a:p>
          <a:p>
            <a:r>
              <a:rPr lang="en-US" dirty="0"/>
              <a:t>  - varying text encoder capacity</a:t>
            </a:r>
          </a:p>
          <a:p>
            <a:r>
              <a:rPr lang="en-US" dirty="0"/>
              <a:t>  - varying text data quality e.g. paraphrasing with Llama3</a:t>
            </a:r>
          </a:p>
          <a:p>
            <a:r>
              <a:rPr lang="en-US" dirty="0"/>
              <a:t>- launch pretraining on that grid</a:t>
            </a:r>
          </a:p>
          <a:p>
            <a:r>
              <a:rPr lang="en-US" dirty="0"/>
              <a:t># EVALUATION (VISION BACKBONE ONLY)</a:t>
            </a:r>
          </a:p>
          <a:p>
            <a:r>
              <a:rPr lang="en-US" dirty="0"/>
              <a:t>- we need to support different dataset (coarse and fine grained), inet1k, </a:t>
            </a:r>
            <a:r>
              <a:rPr lang="en-US" dirty="0" err="1"/>
              <a:t>celebA</a:t>
            </a:r>
            <a:r>
              <a:rPr lang="en-US" dirty="0"/>
              <a:t>, medical images classification and localization</a:t>
            </a:r>
          </a:p>
          <a:p>
            <a:r>
              <a:rPr lang="en-US" dirty="0"/>
              <a:t>- take any vision pretrained checkpoint and do</a:t>
            </a:r>
          </a:p>
          <a:p>
            <a:r>
              <a:rPr lang="en-US" dirty="0"/>
              <a:t>  - zero-shot</a:t>
            </a:r>
          </a:p>
          <a:p>
            <a:r>
              <a:rPr lang="en-US" dirty="0"/>
              <a:t>  - frozen backbone linear probing</a:t>
            </a:r>
          </a:p>
          <a:p>
            <a:r>
              <a:rPr lang="en-US" dirty="0"/>
              <a:t>  - finetuning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124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351</Words>
  <Application>Microsoft Macintosh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Questions</vt:lpstr>
      <vt:lpstr>Relevant papers</vt:lpstr>
      <vt:lpstr>Evaluation</vt:lpstr>
      <vt:lpstr>Experiments per dataset</vt:lpstr>
      <vt:lpstr>Datasets</vt:lpstr>
      <vt:lpstr>Comments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Samir Char</dc:creator>
  <cp:lastModifiedBy>Samir Char</cp:lastModifiedBy>
  <cp:revision>2</cp:revision>
  <dcterms:created xsi:type="dcterms:W3CDTF">2025-08-26T13:47:14Z</dcterms:created>
  <dcterms:modified xsi:type="dcterms:W3CDTF">2025-08-26T17:55:29Z</dcterms:modified>
</cp:coreProperties>
</file>